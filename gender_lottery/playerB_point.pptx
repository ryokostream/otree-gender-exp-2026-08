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29FB1-DB8F-0D40-FA03-AE0F2323F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4545B8-41AD-17BA-DDB8-DBAD8BDB2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1EB8C9-A10D-624C-245A-B2B7D6C0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7B54AF-7D04-9271-1B61-3198049B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544F57-0825-769C-3849-C83FB37F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71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630B2E-FA59-6B83-39BE-40E667AA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476314-C4BE-5F9D-1D55-704BE52AD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965F1D-C157-78D5-98EA-6B0D00D5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AFC726-C79A-2765-C0B4-993BB87D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6131DB-1A6F-1996-54A7-319207AE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07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8FB147-389E-EF7A-3507-6AEE4602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A57CCA-0311-A81B-2E42-D45039747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649563-3DC4-7BE4-8B25-984F947B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397F53-BFF8-4228-4215-A77CD0A1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BDD617-9753-AFE2-F914-8D4F5ED3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68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6F49F6-58B6-DBA0-7509-05824883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78426B-7525-218F-CAB4-D73D53C5E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6C883F-3064-B665-B532-315D2A359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259BFA-FE42-64B2-05C4-C2F4A2BA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F71D7A-572C-5AA9-AC6A-5E3667D8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884428-FB40-56B5-2DC1-C28A3554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33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E73DC4-820B-28C9-EC22-DBB70CCB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800A18-CD1A-9D1B-BEDD-FD7B17197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FBE970-0E19-0797-A37D-CB192593F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0EC07F8-FEBC-064D-31F5-20AC9CAB3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A550ED0-4415-C65C-8851-1E817EDB6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7A4640-BA97-275A-F29A-AE8D4358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D31296-C463-CBA5-3B4D-91A05EFF3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8562EC-8BD5-AF36-BFAF-9D5D4D4A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65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4E8F47-E2FC-33C0-9E32-1715DA37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202FA2-00FE-3195-FD39-7EBC9067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CB67D7-EF1A-C02F-7EA8-B2B5B64F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978577-DC1E-7F1B-03CC-DF13D2947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34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3D836FC-57FA-FC3D-3C72-C673B69D2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7FDA625-84E0-D57E-20E1-75784FBE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AE2A15-B8BF-4CBB-6F89-7B2B9F47F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929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C1FBE2-7503-6857-5203-9B4DF2AB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BE0F85-3F77-FAC5-3F33-8AF838DDB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38ADE6-98CF-C100-C4B2-660B99D3B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9C771B-7474-02DB-F022-7A6AAC5A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DDE456-8225-89F9-4E0C-924191833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40803A-9400-A885-2FFC-E4E69DA3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47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5491FB-BB9B-2CCB-D5E4-B4C38825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100DEAE-815A-F98A-6F3A-AF99634CB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457334-E3E8-56CD-C0E7-9A08284D7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A81593-D778-A6F7-8CA3-EC90F39A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09D03A-9B6D-7B1C-7041-BAD64167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253AB0-2CC7-2A77-7216-096BB09C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59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06983B-9938-9CBA-8464-E97A7A13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AD2B52-9C02-D836-B9D9-7C67B9415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A0049C-FBD0-9D1A-512B-DB2833AD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574483-B12E-9419-ECAC-3C2ECA6F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D17B09-874B-AFC1-1509-7713D172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605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9496407-BFE5-FBB5-4409-A1EFEAB54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820839-5CA1-38F0-7154-0A8A25326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D29007-B05B-8FE3-C7C8-4066B1BD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CA77A3-BB73-9F74-BC86-B15621B4C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C50E2B-63FE-0507-471D-082DF3A6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56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E391E48-513C-5425-4F04-F21645ED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554091-0831-7FC8-8C36-AEA8F0751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700346-F505-7D41-CE4E-849F8813B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F2DAB1-1B00-BE08-05EE-6F5414446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8EB588-6C11-402C-85F2-46CF01C26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54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37B1A-8EA6-7167-59F4-3E0FF16E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22234C30-0D6B-6AC3-C1DE-D9627F3DE374}"/>
              </a:ext>
            </a:extLst>
          </p:cNvPr>
          <p:cNvCxnSpPr>
            <a:cxnSpLocks/>
          </p:cNvCxnSpPr>
          <p:nvPr/>
        </p:nvCxnSpPr>
        <p:spPr>
          <a:xfrm>
            <a:off x="2681785" y="3220872"/>
            <a:ext cx="2688609" cy="1344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473AE84-C75E-EB83-2F08-48C001E705B9}"/>
              </a:ext>
            </a:extLst>
          </p:cNvPr>
          <p:cNvCxnSpPr>
            <a:cxnSpLocks/>
          </p:cNvCxnSpPr>
          <p:nvPr/>
        </p:nvCxnSpPr>
        <p:spPr>
          <a:xfrm flipV="1">
            <a:off x="2681785" y="1917510"/>
            <a:ext cx="2688609" cy="1303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D26A31F-801C-D1DC-2A59-B4696108AC04}"/>
                  </a:ext>
                </a:extLst>
              </p:cNvPr>
              <p:cNvSpPr txBox="1"/>
              <p:nvPr/>
            </p:nvSpPr>
            <p:spPr>
              <a:xfrm>
                <a:off x="3036626" y="1806536"/>
                <a:ext cx="1542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D26A31F-801C-D1DC-2A59-B4696108A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26" y="1806536"/>
                <a:ext cx="1542198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0EC5E239-73DA-0377-D10E-9C74D4F65D4D}"/>
                  </a:ext>
                </a:extLst>
              </p:cNvPr>
              <p:cNvSpPr txBox="1"/>
              <p:nvPr/>
            </p:nvSpPr>
            <p:spPr>
              <a:xfrm>
                <a:off x="2978623" y="4173772"/>
                <a:ext cx="16002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0EC5E239-73DA-0377-D10E-9C74D4F65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623" y="4173772"/>
                <a:ext cx="1600201" cy="461665"/>
              </a:xfrm>
              <a:prstGeom prst="rect">
                <a:avLst/>
              </a:prstGeom>
              <a:blipFill>
                <a:blip r:embed="rId3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B57334D2-90A7-9CBA-BB30-4424B0FD26D5}"/>
                  </a:ext>
                </a:extLst>
              </p:cNvPr>
              <p:cNvSpPr txBox="1"/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結果</m:t>
                      </m:r>
                      <m:r>
                        <a:rPr lang="ja-JP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１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：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2000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B57334D2-90A7-9CBA-BB30-4424B0FD2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608D361-E835-95DD-C60E-AE308E25B739}"/>
                  </a:ext>
                </a:extLst>
              </p:cNvPr>
              <p:cNvSpPr txBox="1"/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kumimoji="1" lang="ja-JP" altLang="en-US" sz="2400" dirty="0">
                    <a:ea typeface="Cambria Math" panose="02040503050406030204" pitchFamily="18" charset="0"/>
                  </a:rPr>
                  <a:t>結果</a:t>
                </a:r>
                <a14:m>
                  <m:oMath xmlns:m="http://schemas.openxmlformats.org/officeDocument/2006/math">
                    <m:r>
                      <a:rPr lang="ja-JP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２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2000</m:t>
                    </m:r>
                  </m:oMath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608D361-E835-95DD-C60E-AE308E25B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blipFill>
                <a:blip r:embed="rId5"/>
                <a:stretch>
                  <a:fillRect l="-2521" t="-17105" b="-22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13DDB37-320C-68A8-1105-B794429BEC2C}"/>
              </a:ext>
            </a:extLst>
          </p:cNvPr>
          <p:cNvSpPr txBox="1"/>
          <p:nvPr/>
        </p:nvSpPr>
        <p:spPr>
          <a:xfrm>
            <a:off x="4438935" y="611758"/>
            <a:ext cx="3446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0070C0"/>
                </a:solidFill>
              </a:rPr>
              <a:t>Player B </a:t>
            </a:r>
            <a:r>
              <a:rPr lang="ja-JP" altLang="en-US" sz="2400" dirty="0">
                <a:solidFill>
                  <a:srgbClr val="0070C0"/>
                </a:solidFill>
              </a:rPr>
              <a:t>の利得構造</a:t>
            </a:r>
            <a:endParaRPr kumimoji="1" lang="ja-JP" altLang="en-US" sz="24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D62E22C-7E81-B477-7777-43ECB704A3C2}"/>
                  </a:ext>
                </a:extLst>
              </p:cNvPr>
              <p:cNvSpPr txBox="1"/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kumimoji="1" lang="en-US" altLang="ja-JP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dirty="0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ja-JP" sz="2000" dirty="0"/>
                            <m:t>player A</m:t>
                          </m:r>
                          <m:r>
                            <m:rPr>
                              <m:nor/>
                            </m:rPr>
                            <a:rPr lang="ja-JP" altLang="en-US" sz="2000" dirty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ja-JP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ja-JP" sz="2000" i="0" dirty="0" smtClean="0"/>
                            <m:t>player </m:t>
                          </m:r>
                          <m:r>
                            <m:rPr>
                              <m:sty m:val="p"/>
                            </m:rPr>
                            <a:rPr lang="en-US" altLang="ja-JP" sz="2000" i="1" dirty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ja-JP" altLang="en-US" sz="2000" i="0" dirty="0" smtClean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D62E22C-7E81-B477-7777-43ECB704A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9003FE3C-FD8A-D03A-16C5-6E8DDE0DAD00}"/>
                  </a:ext>
                </a:extLst>
              </p:cNvPr>
              <p:cNvSpPr txBox="1"/>
              <p:nvPr/>
            </p:nvSpPr>
            <p:spPr>
              <a:xfrm>
                <a:off x="1204416" y="5586386"/>
                <a:ext cx="61141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/>
                  <a:t>状況１と２が起きたときの</a:t>
                </a:r>
                <a:r>
                  <a:rPr kumimoji="1" lang="ja-JP" altLang="en-US" dirty="0"/>
                  <a:t>結果１と２の大きさは</a:t>
                </a:r>
                <a:r>
                  <a:rPr kumimoji="1" lang="en-US" altLang="ja-JP" dirty="0"/>
                  <a:t>Player</a:t>
                </a:r>
                <a:r>
                  <a:rPr lang="ja-JP" altLang="en-US" dirty="0"/>
                  <a:t> </a:t>
                </a:r>
                <a:r>
                  <a:rPr lang="en-US" altLang="ja-JP" dirty="0"/>
                  <a:t>A</a:t>
                </a:r>
                <a:r>
                  <a:rPr kumimoji="1" lang="ja-JP" altLang="en-US" dirty="0"/>
                  <a:t>と同じ</a:t>
                </a:r>
                <a:r>
                  <a:rPr lang="ja-JP" altLang="en-US" dirty="0"/>
                  <a:t>だが、生起確率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と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dirty="0"/>
                  <a:t>の大小は逆となっている</a:t>
                </a:r>
                <a:endParaRPr kumimoji="1" lang="ja-JP" altLang="en-US" dirty="0"/>
              </a:p>
            </p:txBody>
          </p:sp>
        </mc:Choice>
        <mc:Fallback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9003FE3C-FD8A-D03A-16C5-6E8DDE0DA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416" y="5586386"/>
                <a:ext cx="6114197" cy="646331"/>
              </a:xfrm>
              <a:prstGeom prst="rect">
                <a:avLst/>
              </a:prstGeom>
              <a:blipFill>
                <a:blip r:embed="rId7"/>
                <a:stretch>
                  <a:fillRect l="-897" t="-4717" r="-399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3F8D4E86-999C-ECB5-E302-A4630D8926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52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60</Words>
  <Application>Microsoft Office PowerPoint</Application>
  <PresentationFormat>ワイド画面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和田良子</dc:creator>
  <cp:lastModifiedBy>和田良子</cp:lastModifiedBy>
  <cp:revision>5</cp:revision>
  <dcterms:created xsi:type="dcterms:W3CDTF">2026-08-11T20:16:45Z</dcterms:created>
  <dcterms:modified xsi:type="dcterms:W3CDTF">2026-08-11T23:15:00Z</dcterms:modified>
</cp:coreProperties>
</file>